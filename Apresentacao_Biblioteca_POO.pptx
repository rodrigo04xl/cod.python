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POO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de Biblioteca em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Gerenciar livros, usuários e empréstimos.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Livro</a:t>
            </a:r>
          </a:p>
          <a:p>
            <a:r>
              <a:t>Usuário</a:t>
            </a:r>
          </a:p>
          <a:p>
            <a:r>
              <a:t>Empréstimo</a:t>
            </a:r>
          </a:p>
          <a:p>
            <a:r>
              <a:t>Biblioteca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 de POO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Abstração</a:t>
            </a:r>
          </a:p>
          <a:p>
            <a:r>
              <a:t>Encapsulamento</a:t>
            </a:r>
          </a:p>
          <a:p>
            <a:r>
              <a:t>Métodos e atributos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Cadastrar livro -&gt; Cadastrar usuário -&gt; Empréstimo -&gt; Devolução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funcional utilizando Programação Orientada a Objetos.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